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credibility: his rates are good. Then the problem is documentation, not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One document is the whole ask. The two free actions give him something to say yes to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4023360" cy="4023360"/>
          </a:xfrm>
          <a:prstGeom prst="ellipse">
            <a:avLst/>
          </a:prstGeom>
          <a:solidFill>
            <a:srgbClr val="E0901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 ·  WHAT WE FOUND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prices are right.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paperwork can’t prove 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640080" y="45902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anywhere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estimate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3364992"/>
            <a:ext cx="182880" cy="18288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8" name="Text 6"/>
          <p:cNvSpPr/>
          <p:nvPr/>
        </p:nvSpPr>
        <p:spPr>
          <a:xfrm>
            <a:off x="6108192" y="3310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Gunite  $439.56 / yd³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08192" y="3602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published $350–600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4078224"/>
            <a:ext cx="182880" cy="18288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11" name="Text 9"/>
          <p:cNvSpPr/>
          <p:nvPr/>
        </p:nvSpPr>
        <p:spPr>
          <a:xfrm>
            <a:off x="6108192" y="4023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Plaster  $87.21 / bag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Brite range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4791456"/>
            <a:ext cx="182880" cy="18288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14" name="Text 12"/>
          <p:cNvSpPr/>
          <p:nvPr/>
        </p:nvSpPr>
        <p:spPr>
          <a:xfrm>
            <a:off x="6108192" y="47365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Decking  $13.59 / sq 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08192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published $12–18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cost-plus contracts. “Rebar — $4,000” with nothing behind it is a number you cannot defend.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every figure has a quantity behind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84248"/>
            <a:ext cx="274320" cy="27432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type two numbers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3134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24 pool, 6 × 6 spa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49377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209544"/>
            <a:ext cx="274320" cy="27432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91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derives the quantities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6112" y="35387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sq ft wetted · 27.3 yd³ gunite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bags plaster · 2,041 LF of #3 bar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33672"/>
            <a:ext cx="49377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34840"/>
            <a:ext cx="274320" cy="27432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returns your dollars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" y="47640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 excavation · $12,000 gunite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$20,750 finishes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51560"/>
                <a:gridCol w="105156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replay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 Excavation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 Pool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 Pool plumbing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 Pool finishes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 Pool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 codes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9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943600" y="48920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Whitaker seeded the current rates. This replay proves arithmetic traceability — predictive accuracy still requires a second completed job.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5586984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60120" y="5779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document, same figures. </a:t>
            </a:r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see no change and nobody has to be retrained.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findings worth money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~$13,750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87552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standard scope that is not on your estimates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34290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· geotech report · structural engineering · gas line for the heater · fill and curing water · labour burden · supervision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7552" y="4434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you already do and are not reimbursed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Three, not five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running at once — same pools per year either 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65392" y="34290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one crew, and it is fully loaded at three jobs. A fourth and fifth do not produce more pools — they add about five weeks of waiting for every customer, and more supervision time for you.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4434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act on, starting this week.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needs a decision from you. The second just needs you to stop starting a fourth job.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3657600" cy="3657600"/>
          </a:xfrm>
          <a:prstGeom prst="ellipse">
            <a:avLst/>
          </a:prstGeom>
          <a:solidFill>
            <a:srgbClr val="E0901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thing I need from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cost-plus agreement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see what it defines as reimbursable cost. Every dollar of that $13,750 waits on this one document — expanding what counts as cost beyond what the contract allows is not something to guess at.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two things that cost nothing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654296"/>
            <a:ext cx="310896" cy="310896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4617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builds at three at a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output, five weeks faster for every customer.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312664"/>
            <a:ext cx="310896" cy="310896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5276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crew days on the next two jobs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5294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phase. Turns the capacity picture into fact.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the short version</dc:title>
  <dc:subject>PptxGenJS Presentation</dc:subject>
  <dc:creator>Apex</dc:creator>
  <cp:lastModifiedBy>Apex</cp:lastModifiedBy>
  <cp:revision>1</cp:revision>
  <dcterms:created xsi:type="dcterms:W3CDTF">2026-07-28T21:31:19Z</dcterms:created>
  <dcterms:modified xsi:type="dcterms:W3CDTF">2026-07-28T21:31:19Z</dcterms:modified>
</cp:coreProperties>
</file>